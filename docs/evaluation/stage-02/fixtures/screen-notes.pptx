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5" name="Text 5"/>
          <p:cNvSpPr/>
          <p:nvPr/>
        </p:nvSpPr>
        <p:spPr/>
        <p:txBody>
          <a:bodyPr/>
          <a:lstStyle/>
          <a:p>
            <a:r>
              <a:t>발표자 주석: 반영 완료가 아니라 검토 중이다.</a:t>
            </a:r>
          </a:p>
        </p:txBody>
      </p:sp>
    </p:spTree>
  </p:cSld>
</p:notes>
</file>

<file path=ppt/slides/_rels/slide1.xml.rels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/>
        <p:txBody>
          <a:bodyPr/>
          <a:lstStyle/>
          <a:p>
            <a:r>
              <a:t>PPTX 화면설계 개발 표본</a:t>
            </a:r>
          </a:p>
        </p:txBody>
      </p:sp>
      <p:sp>
        <p:nvSpPr>
          <p:cNvPr id="3" name="Text 3"/>
          <p:cNvSpPr/>
          <p:nvPr/>
        </p:nvSpPr>
        <p:spPr/>
        <p:txBody>
          <a:bodyPr/>
          <a:lstStyle/>
          <a:p>
            <a:r>
              <a:t>화면: 마지막 수신 시각 표시</a:t>
            </a:r>
          </a:p>
        </p:txBody>
      </p:sp>
      <p:sp>
        <p:nvSpPr>
          <p:cNvPr id="4" name="Text 4"/>
          <p:cNvSpPr/>
          <p:nvPr/>
        </p:nvSpPr>
        <p:spPr/>
        <p:txBody>
          <a:bodyPr/>
          <a:lstStyle/>
          <a:p>
            <a:r>
              <a:t>조건: 통신 중단 값을 최신 값으로 표시하면 안 된다.</a:t>
            </a:r>
          </a:p>
        </p:txBody>
      </p:sp>
    </p:spTree>
  </p:cSld>
</p:sld>
</file>